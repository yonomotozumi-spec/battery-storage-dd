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提供された27筆のうち 15筆 が登記地目「保安林」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登記地目「保安林」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保安林以外（田・山林）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全域が地域森林計画対象民有林。配置図の設備規模（約400㎡）なら1ha未満で伐採届のみ。ただし現地は既に約1.8haが伐開済みで、その許可の有無を要確認。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配置図の設備位置と保安林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配置図（パワーエックス／イノスタ 2026.02.03）の背景航空写真を地理院航空写真に重ねて位置を特定。誤差±10m程度</a:t>
            </a:r>
            <a:endParaRPr lang="en-US" sz="1300" dirty="0"/>
          </a:p>
        </p:txBody>
      </p:sp>
      <p:pic>
        <p:nvPicPr>
          <p:cNvPr id="4" name="Image 0" descr="fig_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4782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0" y="1481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分かったこと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90195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2075688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29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設備は更地の東端・市道沿い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2257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 34.96233, 137.23150。指示座標から北東へ約47m。蓄電システム3基＋受変電列の約20m×20m。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498080" y="299923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99248" y="317296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保安林境界まで3〜14m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4198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A13の保安林境界から南の蓄電システムで約3m、受変電列で約14m。位置合わせ誤差とA13の精度を考えると保安林にかかる可能性がある。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98080" y="409651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99248" y="427024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224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西側に寄せれば回避余地あり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51713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保安林は東〜南東側。更地の中央〜西側は保安林から離れており、20m西へずらすだけで安全側になる。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498080" y="519379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99248" y="536752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0" y="53218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規模が求積図と整合しない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61441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配置図は約400㎡・高圧連系（01キ401）。求積図の検討面積4.3haとは桁が違う。同一案件か、段階計画かの確認が必要。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位置合わせ：図面上のGoogleピン＝指示座標、寸法(6,700/18,500)から縮尺0.047m/px、道路走向から回転-11.6°。法的な位置ではない。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26番1（地目「山林」）への配置案の評価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接続検討申込書（様式6）でも26番1・26番4・24・19番1・21のみ「山林」。設置は可能だが、3つの確認が前提</a:t>
            </a:r>
            <a:endParaRPr lang="en-US" sz="1300" dirty="0"/>
          </a:p>
        </p:txBody>
      </p:sp>
      <p:pic>
        <p:nvPicPr>
          <p:cNvPr id="4" name="Image 0" descr="fig_2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577840" cy="4462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48132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645920"/>
            <a:ext cx="365760" cy="365760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37960" y="16824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636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保安林台帳で26番1が指定外か確認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9842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「山林」＝保安林でない、とは限らない。指定後の地目変更は漏れることがある。西（11）・南（26番2・27番台）は全て保安林で、26番1は保安林に囲まれた島。昭和46年の一部地目変更・分筆が指定に伴うものなら指定外の可能性は高い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55080" y="2980944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3145536"/>
            <a:ext cx="365760" cy="365760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31821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313639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引込・進入路が保安林を通らないか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022592" y="348386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26番1は市道に面していない。01キ401からの高圧引込と車両進入は26番4→26番3・29番2（案件地外）経由になる見込み。保安林内の電柱建柱・道路は森林法34条の許可対象。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355080" y="44805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4645152"/>
            <a:ext cx="365760" cy="3657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022592" y="4636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伐採届で足りる規模か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022592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26番1＋26番4＝約0.66ha（公図）。設備約400㎡なら林地開発許可（1ha超）は不要で、岡崎市への伐採届のみ。ただし既存の伐開約1.8haが無許可なら別問題。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結論：26番1は27筆中で最も有望。①が確認できれば保安林リスクは回避でき、規模上は林地開発許可も不要。②の引込ルートが実務上の焦点。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配置図の設備（約400㎡）単独なら対象外。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ただし既に約1.8haが伐開済み。過去の許可の有無で扱いが変わる。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15筆・登記地積で約1.82ha。造成レイアウト次第では案件不成立。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既存の伐開約1.8haの適法性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航空写真では既に更地化。1ha超の伐開なら林地開発許可が必要だったはず。無許可なら復旧命令リスクを買主が引き継ぐ。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未取得33筆の登記事項証明書を取得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公図で特定した1番台ほか33筆（約4.59ha）の地目を確認し、保安林の全体像を確定させる。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保安林と里道を除いた造成レイアウトの検討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保安林を避けて必要面積が確保できるかを設計側と確認。敷地内の里道・水路（求積図の道①〜④＝1,481.37㎡）は岡崎市と用途廃止・払下げを協議する。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2026-09-09T00:55:52Z</dcterms:created>
  <dcterms:modified xsi:type="dcterms:W3CDTF">2026-09-09T00:55:52Z</dcterms:modified>
</cp:coreProperties>
</file>