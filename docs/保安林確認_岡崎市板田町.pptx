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登記簿で地目を確認した結果、当初の座標判定と結論が変わった点を最初に説明する。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座標だけの机上判定では見落とす種類の論点。登記簿で初めて判明した。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852160" cy="5852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3291840" cy="32918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保安林 該当確認レポート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788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愛知県岡崎市板田町 字東流石　系統用蓄電池（BESS）候補地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8862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9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対象座標　34.962114, 137.231059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9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　登記事項証明書 27筆 ／ 求積図 S=1:2000 ／ 国土数値情報 森林地域(A13)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C9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作成日　2026年9月8日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結論：案件地に保安林が含まれる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座標1点の公開データ判定では「非該当」だったが、登記簿で地目「保安林」の筆が多数判明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858000" cy="1371600"/>
          </a:xfrm>
          <a:prstGeom prst="roundRect">
            <a:avLst>
              <a:gd name="adj" fmla="val 5333"/>
            </a:avLst>
          </a:prstGeom>
          <a:solidFill>
            <a:srgbClr val="FBEEEC"/>
          </a:solidFill>
          <a:ln w="19050">
            <a:solidFill>
              <a:srgbClr val="B02A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0078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27筆のうち 15筆 が登記地目「保安林」、林務課回答で 26番1 も保安林（計16筆）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登記地積の合計 18,203.43㎡（約1.82ha）。最大は22番8の5,146㎡。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142646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0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95944" y="1591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98280" y="1536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保安林（登記15筆＋林務課確認1筆）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191109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695944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20208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保安林以外（田6・山林5）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3957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06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695944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5054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案件地だが地目未確認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この結論が意味すること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3621024"/>
            <a:ext cx="274320" cy="2743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6393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35844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保安林部分は原則として造成できない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389534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立木伐採・土地の形質変更に県知事の許可が必要（森林法25条・34条）。解除は代替性がない場合に限られ、実務上ハードルが高い。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517136"/>
            <a:ext cx="274320" cy="2743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5354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44805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保安林でない筆も森林法の対象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" y="47914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全域が地域森林計画対象民有林。配置図の設備規模（約400㎡）なら1ha未満で伐採届のみ。ただし現地は既に約1.8haが伐開済みで、その許可の有無を要確認。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413248"/>
            <a:ext cx="274320" cy="2743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54315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" y="5376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未取得の登記簿に追加の保安林がある可能性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" y="56875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公図では案件地は60筆・約86,300㎡。うち33筆・約45,900㎡は登記簿が未取得で地目が分からない。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出典：全部事項証明書（名古屋法務局豊田支局 令和7年10月2日発行）ほか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筆別の地目状況（登記事項証明書 27筆）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地積はすべて登記地積。山林特有の縄伸びにより実測面積とは大きく異なる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地目「保安林」15筆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7088"/>
          <a:ext cx="11064240" cy="914400"/>
        </p:xfrm>
        <a:graphic>
          <a:graphicData uri="http://schemas.openxmlformats.org/drawingml/2006/table">
            <a:tbl>
              <a:tblPr/>
              <a:tblGrid>
                <a:gridCol w="2374300"/>
                <a:gridCol w="1313780"/>
                <a:gridCol w="2374300"/>
                <a:gridCol w="1313780"/>
                <a:gridCol w="2374300"/>
                <a:gridCol w="13137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地積(㎡)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地積(㎡)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地積(㎡)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1番8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22番2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27番1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22番3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27番2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11番1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22番4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27番3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11番2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22番8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27番4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22番1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26番2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27番5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18,203.43㎡（約1.82ha）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41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地目「田」「山林」12筆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07408"/>
          <a:ext cx="11064240" cy="914400"/>
        </p:xfrm>
        <a:graphic>
          <a:graphicData uri="http://schemas.openxmlformats.org/drawingml/2006/table">
            <a:tbl>
              <a:tblPr/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地積(㎡)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地積(㎡)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地積(㎡)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22番5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山林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山林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19番1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山林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26番1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山林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山林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26番4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山林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E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11,478㎡（約1.15ha）　／　27筆総計 29,681.43㎡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※22番8・22番2・27番1・27番4は分筆後の地積。26番1は昭和46年に一部地目変更あり。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筆界図で見る保安林の分布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法務省 登記所備付地図データ（2026年）で字東流石119筆を描画。案件地は60筆・約86,300㎡</a:t>
            </a:r>
            <a:endParaRPr lang="en-US" sz="1300" dirty="0"/>
          </a:p>
        </p:txBody>
      </p:sp>
      <p:pic>
        <p:nvPicPr>
          <p:cNvPr id="4" name="Image 0" descr="fud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669280" cy="4617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37960" y="148132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図から分かること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37960" y="1901952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48272" y="2075688"/>
            <a:ext cx="237744" cy="237744"/>
          </a:xfrm>
          <a:prstGeom prst="ellipse">
            <a:avLst/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86600" y="2029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保安林は北ブロックと東縁に集中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3225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11番・22番台・26番2・27番台がまとまって北側を占め、22番1・22番8・1番8が東縁を構成する。案件地の骨格部分に重なっている。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37960" y="2962656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48272" y="3136392"/>
            <a:ext cx="237744" cy="237744"/>
          </a:xfrm>
          <a:prstGeom prst="ellipse">
            <a:avLst/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30906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保安林の実面積は約2.86ha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33832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公図面積 28,576㎡。登記地積の合計1.82haより約1ha大きい。山林の縄伸びによるもので、実際に規制がかかる範囲はこちらに近い。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37960" y="402336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48272" y="4197096"/>
            <a:ext cx="237744" cy="237744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86600" y="41513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地目未確認が33筆・約4.59ha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44439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南側の大きな1番台ブロックが丸ごと未確認。確定済みの保安林より広く、ここに保安林が含まれると案件成立性が大きく変わる。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5084064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48272" y="5257800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86600" y="5212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公図の精度は実用水準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5504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主要筆の公図面積は求積図の実測値と概ね一致（22番8：公図10,620㎡／実測11,558㎡）。レイアウト検討の下図として使える。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出典：法務省 登記所備付地図データ（G空間情報センター, 2026年2月）。任意座標系のため実際の緯度経度には配置できない。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位置関係と公開データの限界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国土数値情報の保安林ポリゴンは対象座標を含まないが、登記簿の実態とは一致しない</a:t>
            </a:r>
            <a:endParaRPr lang="en-US" sz="1300" dirty="0"/>
          </a:p>
        </p:txBody>
      </p:sp>
      <p:pic>
        <p:nvPicPr>
          <p:cNvPr id="4" name="Image 0" descr="map_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160520" cy="4160520"/>
          </a:xfrm>
          <a:prstGeom prst="rect">
            <a:avLst/>
          </a:prstGeom>
        </p:spPr>
      </p:pic>
      <p:pic>
        <p:nvPicPr>
          <p:cNvPr id="5" name="Image 1" descr="ma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63040"/>
            <a:ext cx="4160520" cy="4160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1160" y="1463040"/>
            <a:ext cx="2331720" cy="4160520"/>
          </a:xfrm>
          <a:prstGeom prst="roundRect">
            <a:avLst>
              <a:gd name="adj" fmla="val 2353"/>
            </a:avLst>
          </a:prstGeom>
          <a:solidFill>
            <a:srgbClr val="EDF2E6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5097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読み取りかた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509760" y="2011680"/>
            <a:ext cx="1920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公開データ（A13）上、対象座標から保安林境界まで約37m。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しかし登記簿では対象地の15筆が地目「保安林」。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A13の保安林ポリゴンは2002年度整備で、国交省も精度を保証していない。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マップあいちの森林情報マップに保安林レイヤは無く、Webでは確定できない。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背景地図：国土地理院 淡色地図　／　ポリゴン：国土数値情報 森林地域 A13-15（愛知県）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配置図の設備位置と保安林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配置図（パワーエックス／イノスタ 2026.02.03）の背景航空写真を地理院航空写真に重ねて位置を特定。誤差±10m程度</a:t>
            </a:r>
            <a:endParaRPr lang="en-US" sz="1300" dirty="0"/>
          </a:p>
        </p:txBody>
      </p:sp>
      <p:pic>
        <p:nvPicPr>
          <p:cNvPr id="4" name="Image 0" descr="fig_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47823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9808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分かったこと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98080" y="1901952"/>
            <a:ext cx="4114800" cy="969264"/>
          </a:xfrm>
          <a:prstGeom prst="roundRect">
            <a:avLst>
              <a:gd name="adj" fmla="val 566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99248" y="2075688"/>
            <a:ext cx="237744" cy="23774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029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設備は更地の東端・市道沿い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32257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重心 34.96233, 137.23150。指示座標から北東へ約47m。蓄電システム3基＋受変電列の約20m×20m。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498080" y="2999232"/>
            <a:ext cx="4114800" cy="969264"/>
          </a:xfrm>
          <a:prstGeom prst="roundRect">
            <a:avLst>
              <a:gd name="adj" fmla="val 566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9248" y="3172968"/>
            <a:ext cx="237744" cy="237744"/>
          </a:xfrm>
          <a:prstGeom prst="ellipse">
            <a:avLst/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保安林境界まで3〜14m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41985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A13の保安林境界から南の蓄電システムで約3m、受変電列で約14m。位置合わせ誤差とA13の精度を考えると保安林にかかる可能性がある。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98080" y="4096512"/>
            <a:ext cx="4114800" cy="969264"/>
          </a:xfrm>
          <a:prstGeom prst="roundRect">
            <a:avLst>
              <a:gd name="adj" fmla="val 566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9248" y="4270248"/>
            <a:ext cx="237744" cy="237744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4224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西側に寄せれば回避余地あり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51713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保安林は東〜南東側。更地の中央〜西側は保安林から離れており、20m西へずらすだけで安全側になる。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98080" y="5193792"/>
            <a:ext cx="4114800" cy="969264"/>
          </a:xfrm>
          <a:prstGeom prst="roundRect">
            <a:avLst>
              <a:gd name="adj" fmla="val 566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99248" y="5367528"/>
            <a:ext cx="237744" cy="237744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0" y="53218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規模が求積図と整合しない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561441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配置図は約400㎡・高圧連系（01キ401）。求積図の検討面積4.3haとは桁が違う。同一案件か、段階計画かの確認が必要。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位置合わせ：図面上のGoogleピン＝指示座標、寸法(6,700/18,500)から縮尺0.047m/px、道路走向から回転-11.6°。法的な位置ではない。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26番1案の評価と林務課の回答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登記地目「山林」の26番1は保安林指定あり、26番4は指定なし（林務課回答）。26番1案は不成立</a:t>
            </a:r>
            <a:endParaRPr lang="en-US" sz="1300" dirty="0"/>
          </a:p>
        </p:txBody>
      </p:sp>
      <p:pic>
        <p:nvPicPr>
          <p:cNvPr id="4" name="Image 0" descr="fig_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5577840" cy="4462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48132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37960" y="1645920"/>
            <a:ext cx="365760" cy="365760"/>
          </a:xfrm>
          <a:prstGeom prst="ellipse">
            <a:avLst/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37960" y="1682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022592" y="1636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林務課回答：26番1は保安林、26番4は指定なし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022592" y="198424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懸念どおり「地目が山林＝保安林でない」は成立しなかった。案件地の保安林は16筆（登記地目15筆＋26番1）。26番1への設置は不可。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55080" y="2980944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3145536"/>
            <a:ext cx="365760" cy="365760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31821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22592" y="31363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残る候補は26番4のみ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022592" y="348386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27筆中、保安林でない山林は26番4・24・19番1・21・25の5筆。まとまった面積があるのは26番4（公図1,284㎡）だけ。次頁で配置を検討。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355080" y="448056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7960" y="4645152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37960" y="46817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22592" y="46360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教訓：登記地目では保安林を判定できない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022592" y="4983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保安林指定と登記地目は別制度。今後の案件でも保安林台帳・指定図の確認を必須手順にする。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26番1（黄）は林務課回答により保安林。図は当初の評価時点のもの。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26番4（保安林指定なし）への直線配置案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公図1,284㎡・幅14〜18mの帯状地。配置図の機器を直線配置すれば収まるが、幅方向の余裕は小さい</a:t>
            </a:r>
            <a:endParaRPr lang="en-US" sz="1300" dirty="0"/>
          </a:p>
        </p:txBody>
      </p:sp>
      <p:pic>
        <p:nvPicPr>
          <p:cNvPr id="4" name="Image 0" descr="fig_2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114800" cy="46268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1481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収まるか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8470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26番4の可用部分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847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幅15m×長さ約55m ≒ 800㎡（南側25mは幅4〜5mで不可）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23042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設備群（直線配置）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3042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26.1m × 9.3m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27614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保守通路2m込み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7614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30.1m × 13.3m ≒ 400㎡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32186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設備外縁〜境界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2186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最大3.4m（フェンスは境界から約1.4m）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37760" y="3730752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DF2E6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376732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結論：収まるが余裕は小さい。直線配置への変更が前提で、フェンスは境界から約1.4m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14813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制約と確認事項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366760" y="1892808"/>
            <a:ext cx="201168" cy="201168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41080" y="1847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進入路・搬入路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2103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求積図で市道の西側に面していることを確認（間は法面）。市道から直接取付できる見込み。法面部分（26番3・29番2）の地権者同意か道路管理者協議が必要。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366760" y="2606040"/>
            <a:ext cx="201168" cy="201168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560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高圧引込ルート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28163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01キ401から市道沿いに北へ約50m。保安林上空を通らない。構内柱位置の変更を中電PGに確認。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366760" y="3319272"/>
            <a:ext cx="201168" cy="201168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41080" y="3273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地形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35295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求積図の等高線では北半分が急斜面、南半分（27番4の東）は比較的平坦。設備は南寄りに置くと造成が少ない。現地踏査で確認。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366760" y="4032504"/>
            <a:ext cx="201168" cy="201168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41080" y="39867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消防法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641080" y="42428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屋外リチウムイオン蓄電池は建築物等から3m以上・届出。岡崎市消防本部に確認。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366760" y="4745736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41080" y="4700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伐採届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641080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約0.13haで岡崎市へ届出のみ。林地開発許可は不要。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366760" y="5458968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41080" y="5413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位置（Googleマップ）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5669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34.962728, 137.231777（誤差±20m）。現行設備の北約50m、市道すぐ西側。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機器寸法：Mega Power 2700A コンテナ 6,058×2,438mm（30t）×3、PCS PVI1400CJ 2,516×2,106mm。配置図の寸法（6.7×3.1m／18.5×3.2m）で判定。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かかる規制と手続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保安林・林地開発許可・伐採届の3層。上ほど重い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BEEEC"/>
          </a:solidFill>
          <a:ln w="15240">
            <a:solidFill>
              <a:srgbClr val="B02A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83080"/>
            <a:ext cx="402336" cy="402336"/>
          </a:xfrm>
          <a:prstGeom prst="ellipse">
            <a:avLst/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965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73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保安林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森林法 第25条・第34条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指定区域内の立木伐採・土地の形質変更は県知事の許可が必要。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蓄電所用地としては原則不適。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解除は「代替施設がない」等の要件を満たす必要があり、実務上きわめて困難。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許可権者：愛知県知事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536192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FCF3E4"/>
          </a:solidFill>
          <a:ln w="15240">
            <a:solidFill>
              <a:srgbClr val="A06A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783080"/>
            <a:ext cx="402336" cy="402336"/>
          </a:xfrm>
          <a:prstGeom prst="ellipse">
            <a:avLst/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81965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93208" y="1773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6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林地開発許可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森林法 第10条の2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地域森林計画対象民有林で1ha超の開発に必要。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配置図の設備（約400㎡）単独なら対象外。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ただし既に約1.8haが伐開済み。過去の許可の有無で扱いが変わる。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許可権者：愛知県知事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83296" y="1536192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EDF2E6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783080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9328" y="181965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60536" y="1773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伐採届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2304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森林法 第10条の8（伐採及び伐採後の造林の届出）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2697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1ha以下の伐採でも市町村への事前届出が必要。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伐採90〜30日前に提出。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届出先：岡崎市 林務担当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太陽光は0.5ha超で林地開発許可の対象。蓄電所は「その他」区分で1ha超が基準。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リスクと検討論点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保安林をどう扱うかで案件成立性が決まる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81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361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保安林区域が造成範囲に入る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653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16筆・公図面積で約3.4ha。現行配置図の位置も保安林境界から3m。26番4への移設が唯一の回避策。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91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134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未取得登記簿に追加の保安林がある可能性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426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案件地60筆のうち33筆・約4.59haが地目未確認。保安林確定分（2.86ha）より広い。全筆の地目確認が必須。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363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0906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既存の伐開約1.8haの適法性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4198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航空写真では既に更地化。1ha超の伐開なら林地開発許可が必要だったはず。無許可なら復旧命令リスクを買主が引き継ぐ。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136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6791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登記地積と実測面積の乖離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27筆の登記地積29,681㎡に対し求積図の実測合計は99,100㎡。用地費・面積前提の再確認が必要。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45152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A06A1B"/>
          </a:solidFill>
          <a:ln w="12700">
            <a:solidFill>
              <a:srgbClr val="A06A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908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6451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里道・水路（法定外公共物）が敷地内を通る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9743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公図に「道」の注記。求積図の道①〜④＝1,481.37㎡が案件地内。用途廃止・払下げを岡崎市と協議する必要がある。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6B7A66"/>
          </a:solidFill>
          <a:ln w="12700">
            <a:solidFill>
              <a:srgbClr val="6B7A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4681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422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公開GISでの事前確認が効かない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75157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愛知県は保安林レイヤを公開していない。県への直接照会が唯一の確定手段。公図の座標系欄も空欄で、実座標に載せられない。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リスク度は当社DD基準による暫定評価。県照会の結果で更新する。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次のアクション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確定情報は県への照会でしか取れない。地番が揃った今が照会のタイミング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DF2E6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282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保安林指定図・保安林台帳の閲覧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 西三河農林水産事務所 林務課（0564-27-2733）に27筆の地番を提示し、保安林の指定範囲・種類（水源かん養／土砂流出防備等）と指定年月日を確認する。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921240" y="189280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21240" y="1947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最優先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DF2E6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072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26番3・29番2の登記簿取得と地形の現地確認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363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東隣の26番3が保安林でなければ26番4と合わせて余裕が生まれる。26番4の斜面・平場を踏査し造成量を見積もる。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21240" y="297180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B02A1F"/>
          </a:solidFill>
          <a:ln w="12700">
            <a:solidFill>
              <a:srgbClr val="B02A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21240" y="30266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最優先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26番4への直線配置の修正配置図と進入路の検討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153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設計側に直線配置（26.1m×9.3m）の修正配置図を依頼。搬入路は26番3・29番2の地権者確認と現地踏査で決める。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21240" y="4050792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41056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最優先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3717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9F4"/>
          </a:solidFill>
          <a:ln w="12700">
            <a:solidFill>
              <a:srgbClr val="D3DE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093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651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林地開発許可の事前相談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2943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同事務所へ約4.3haの開発計画で事前相談。調整池・緑地の要求水準とスケジュールを把握する。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21240" y="5129784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21240" y="51846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照会結果後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照会は地番一覧（27筆＋未取得分）と求積図を持参すると回答が早い。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2026-09-09T08:12:24Z</dcterms:created>
  <dcterms:modified xsi:type="dcterms:W3CDTF">2026-09-09T08:12:24Z</dcterms:modified>
</cp:coreProperties>
</file>