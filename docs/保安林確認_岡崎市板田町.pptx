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登記簿で地目を確認した結果、当初の座標判定と結論が変わった点を最初に説明する。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座標だけの机上判定では見落とす種類の論点。登記簿で初めて判明した。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852160" cy="58521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3291840"/>
            <a:ext cx="3291840" cy="32918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 該当確認レポート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788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愛知県岡崎市板田町 字東流石　系統用蓄電池（BESS）候補地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8862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対象座標　34.962114, 137.231059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　登記事項証明書 27筆 ／ 求積図 S=1:2000 ／ 国土数値情報 森林地域(A13)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作成日　2026年9月8日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結論：案件地に保安林が含まれる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座標1点の公開データ判定では「非該当」だったが、登記簿で地目「保安林」の筆が多数判明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858000" cy="1371600"/>
          </a:xfrm>
          <a:prstGeom prst="roundRect">
            <a:avLst>
              <a:gd name="adj" fmla="val 5333"/>
            </a:avLst>
          </a:prstGeom>
          <a:solidFill>
            <a:srgbClr val="FBEEEC"/>
          </a:solidFill>
          <a:ln w="1905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07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提供された27筆のうち 15筆 が登記地目「保安林」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1284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登記地積の合計 18,203.43㎡（約1.82ha）。最大は22番8の5,146㎡。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142646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95944" y="15910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09828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登記地目「保安林」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1911096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695944" y="2075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098280" y="20208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保安林以外（田・山林）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39572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695944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25054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案件地だが地目未確認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この結論が意味すること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3621024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6393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5844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保安林部分は原則として造成できない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389534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立木伐採・土地の形質変更に県知事の許可が必要（森林法25条・34条）。解除は代替性がない場合に限られ、実務上ハードルが高い。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17136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45354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48056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保安林でない筆も森林法の対象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全域が地域森林計画対象民有林。検討面積42,992.45㎡＝約4.3haは1haを大きく超え、林地開発許可が確実に必要。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13248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" y="54315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376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未取得の登記簿に追加の保安林がある可能性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56875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公図では案件地は60筆・約86,300㎡。うち33筆・約45,900㎡は登記簿が未取得で地目が分からない。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出典：全部事項証明書（名古屋法務局豊田支局 令和7年10月2日発行）ほか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筆別の地目状況（登記事項証明書 27筆）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地積はすべて登記地積。山林特有の縄伸びにより実測面積とは大きく異なる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地目「保安林」15筆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7088"/>
          <a:ext cx="11064240" cy="914400"/>
        </p:xfrm>
        <a:graphic>
          <a:graphicData uri="http://schemas.openxmlformats.org/drawingml/2006/table">
            <a:tbl>
              <a:tblPr/>
              <a:tblGrid>
                <a:gridCol w="2374300"/>
                <a:gridCol w="1313780"/>
                <a:gridCol w="2374300"/>
                <a:gridCol w="1313780"/>
                <a:gridCol w="2374300"/>
                <a:gridCol w="13137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18,203.43㎡（約1.82ha）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416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地目「田」「山林」12筆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07408"/>
          <a:ext cx="11064240" cy="914400"/>
        </p:xfrm>
        <a:graphic>
          <a:graphicData uri="http://schemas.openxmlformats.org/drawingml/2006/table">
            <a:tbl>
              <a:tblPr/>
              <a:tblGrid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806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11,478㎡（約1.15ha）　／　27筆総計 29,681.43㎡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※22番8・22番2・27番1・27番4は分筆後の地積。26番1は昭和46年に一部地目変更あり。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筆界図で見る保安林の分布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法務省 登記所備付地図データ（2026年）で字東流石119筆を描画。案件地は60筆・約86,300㎡</a:t>
            </a:r>
            <a:endParaRPr lang="en-US" sz="1300" dirty="0"/>
          </a:p>
        </p:txBody>
      </p:sp>
      <p:pic>
        <p:nvPicPr>
          <p:cNvPr id="4" name="Image 0" descr="fude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617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37960" y="1481328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図から分かること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537960" y="1901952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748272" y="2075688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86600" y="20299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保安林は北ブロックと東縁に集中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2322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11番・22番台・26番2・27番台がまとまって北側を占め、22番1・22番8・1番8が東縁を構成する。案件地の骨格部分に重なっている。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37960" y="2962656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48272" y="3136392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09067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保安林の実面積は約2.86ha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33832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公図面積 28,576㎡。登記地積の合計1.82haより約1ha大きい。山林の縄伸びによるもので、実際に規制がかかる範囲はこちらに近い。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537960" y="4023360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48272" y="4197096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86600" y="415137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地目未確認が33筆・約4.59ha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444398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南側の大きな1番台ブロックが丸ごと未確認。確定済みの保安林より広く、ここに保安林が含まれると案件成立性が大きく変わる。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537960" y="5084064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48272" y="5257800"/>
            <a:ext cx="237744" cy="23774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86600" y="52120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公図の精度は実用水準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86600" y="55046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主要筆の公図面積は求積図の実測値と概ね一致（22番8：公図10,620㎡／実測11,558㎡）。レイアウト検討の下図として使える。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出典：法務省 登記所備付地図データ（G空間情報センター, 2026年2月）。任意座標系のため実際の緯度経度には配置できない。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位置関係と公開データの限界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国土数値情報の保安林ポリゴンは対象座標を含まないが、登記簿の実態とは一致しない</a:t>
            </a:r>
            <a:endParaRPr lang="en-US" sz="1300" dirty="0"/>
          </a:p>
        </p:txBody>
      </p:sp>
      <p:pic>
        <p:nvPicPr>
          <p:cNvPr id="4" name="Image 0" descr="map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160520" cy="4160520"/>
          </a:xfrm>
          <a:prstGeom prst="rect">
            <a:avLst/>
          </a:prstGeom>
        </p:spPr>
      </p:pic>
      <p:pic>
        <p:nvPicPr>
          <p:cNvPr id="5" name="Image 1" descr="map_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63040"/>
            <a:ext cx="4160520" cy="4160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1160" y="1463040"/>
            <a:ext cx="2331720" cy="4160520"/>
          </a:xfrm>
          <a:prstGeom prst="roundRect">
            <a:avLst>
              <a:gd name="adj" fmla="val 2353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読み取りかた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509760" y="2011680"/>
            <a:ext cx="1920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公開データ（A13）上、対象座標から保安林境界まで約37m。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しかし登記簿では対象地の15筆が地目「保安林」。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A13の保安林ポリゴンは2002年度整備で、国交省も精度を保証していない。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マップあいちの森林情報マップに保安林レイヤは無く、Webでは確定できない。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背景地図：国土地理院 淡色地図　／　ポリゴン：国土数値情報 森林地域 A13-15（愛知県）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配置図の設備位置と保安林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配置図（パワーエックス／イノスタ 2026.02.03）の背景航空写真を地理院航空写真に重ねて位置を特定。誤差±10m程度</a:t>
            </a:r>
            <a:endParaRPr lang="en-US" sz="1300" dirty="0"/>
          </a:p>
        </p:txBody>
      </p:sp>
      <p:pic>
        <p:nvPicPr>
          <p:cNvPr id="4" name="Image 0" descr="fig_pl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675120" cy="47823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498080" y="148132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分かったこと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498080" y="190195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99248" y="2075688"/>
            <a:ext cx="237744" cy="23774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20299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設備は更地の東端・市道沿い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32257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重心 34.96233, 137.23150。指示座標から北東へ約47m。蓄電システム3基＋受変電列の約20m×20m。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498080" y="299923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99248" y="3172968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0" y="3127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保安林境界まで3〜14m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341985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A13の保安林境界から南の蓄電システムで約3m、受変電列で約14m。位置合わせ誤差とA13の精度を考えると保安林にかかる可能性がある。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498080" y="409651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99248" y="4270248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0" y="42245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西側に寄せれば回避余地あり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451713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保安林は東〜南東側。更地の中央〜西側は保安林から離れており、20m西へずらすだけで安全側になる。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498080" y="519379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99248" y="5367528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46720" y="532180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規模が求積図と整合しない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561441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配置図は約400㎡・高圧連系（01キ401）。求積図の検討面積4.3haとは桁が違う。同一案件か、段階計画かの確認が必要。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位置合わせ：図面上のGoogleピン＝指示座標、寸法(6,700/18,500)から縮尺0.047m/px、道路走向から回転-11.6°。法的な位置ではない。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かかる規制と手続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保安林・林地開発許可・伐採届の3層。上ほど重い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EEEC"/>
          </a:solidFill>
          <a:ln w="15240">
            <a:solidFill>
              <a:srgbClr val="B02A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83080"/>
            <a:ext cx="402336" cy="402336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第25条・第34条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指定区域内の立木伐採・土地の形質変更は県知事の許可が必要。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蓄電所用地としては原則不適。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解除は「代替施設がない」等の要件を満たす必要があり、実務上きわめて困難。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CF3E4"/>
          </a:solidFill>
          <a:ln w="15240">
            <a:solidFill>
              <a:srgbClr val="A06A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783080"/>
            <a:ext cx="402336" cy="402336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93208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林地開発許可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地域森林計画対象民有林で1ha超の開発に必要。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検討面積 42,992.45㎡＝約4.3ha のため確実に対象。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防災・環境の4要件審査。標準処理期間は数か月規模。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83296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2E6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1783080"/>
            <a:ext cx="402336" cy="402336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39328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0536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伐採届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第10条の8（伐採及び伐採後の造林の届出）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1ha以下の伐採でも市町村への事前届出が必要。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伐採90〜30日前に提出。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届出先：岡崎市 林務担当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太陽光は0.5ha超で林地開発許可の対象。蓄電所は「その他」区分で1ha超が基準。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リスクと検討論点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保安林をどう扱うかで案件成立性が決まる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819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361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保安林区域が造成範囲に入る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653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15筆・登記地積で約1.82ha。造成レイアウト次第では案件不成立。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35915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31343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未取得登記簿に追加の保安林がある可能性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6426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案件地60筆のうち33筆・約4.59haが地目未確認。保安林確定分（2.86ha）より広い。全筆の地目確認が必須。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3639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09067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林地開発許可の取得期間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41985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約4.3haで確実に対象。防災調整池・緑地の確保が必要（緑地35%・調整池5%想定）。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6791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91363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6791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登記地積と実測面積の乖離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27筆の登記地積29,681㎡に対し求積図の実測合計は99,100㎡。用地費・面積前提の再確認が必要。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64515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9087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64515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里道・水路（法定外公共物）が敷地内を通る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97433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公図に「道」の注記。求積図の道①〜④＝1,481.37㎡が案件地内。用途廃止・払下げを岡崎市と協議する必要がある。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223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6B7A66"/>
          </a:solidFill>
          <a:ln w="12700">
            <a:solidFill>
              <a:srgbClr val="6B7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4681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5422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公開GISでの事前確認が効かない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7515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愛知県は保安林レイヤを公開していない。県への直接照会が唯一の確定手段。公図の座標系欄も空欄で、実座標に載せられない。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リスク度は当社DD基準による暫定評価。県照会の結果で更新する。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次のアクション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確定情報は県への照会でしか取れない。地番が揃った今が照会のタイミング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2821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保安林指定図・保安林台帳の閲覧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 西三河農林水産事務所 林務課（0564-27-2733）に27筆の地番を提示し、保安林の指定範囲・種類（水源かん養／土砂流出防備等）と指定年月日を確認する。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921240" y="1892808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921240" y="19476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7919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35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80720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未取得33筆の登記事項証明書を取得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13639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公図で特定した1番台ほか33筆（約4.59ha）の地目を確認し、保安林の全体像を確定させる。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921240" y="29718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21240" y="30266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5818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142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86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保安林と里道を除いた造成レイアウトの検討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215384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保安林を避けて必要面積が確保できるかを設計側と確認。敷地内の里道・水路（求積図の道①〜④＝1,481.37㎡）は岡崎市と用途廃止・払下げを協議する。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21240" y="4050792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21240" y="41056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照会結果後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83717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93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9651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林地開発許可の事前相談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529437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同事務所へ約4.3haの開発計画で事前相談。調整池・緑地の要求水準とスケジュールを把握する。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21240" y="5129784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21240" y="5184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照会結果後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照会は地番一覧（27筆＋未取得分）と求積図を持参すると回答が早い。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2026-09-09T00:40:46Z</dcterms:created>
  <dcterms:modified xsi:type="dcterms:W3CDTF">2026-09-09T00:40:46Z</dcterms:modified>
</cp:coreProperties>
</file>