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27筆のうち 15筆 が登記地目「保安林」、林務課回答で 26番1 も保安林（計16筆）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保安林（登記15筆＋林務課確認1筆）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保安林以外（田6・山林5）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全域が地域森林計画対象民有林。配置図の設備規模（約400㎡）なら1ha未満で伐採届のみ。ただし現地は既に約1.8haが伐開済みで、その許可の有無を要確認。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配置図の設備位置と保安林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配置図（パワーエックス／イノスタ 2026.02.03）の背景航空写真を地理院航空写真に重ねて位置を特定。誤差±10m程度</a:t>
            </a:r>
            <a:endParaRPr lang="en-US" sz="1300" dirty="0"/>
          </a:p>
        </p:txBody>
      </p:sp>
      <p:pic>
        <p:nvPicPr>
          <p:cNvPr id="4" name="Image 0" descr="fig_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4782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0" y="1481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分かったこと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90195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2075688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29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設備は更地の東端・市道沿い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2257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 34.96233, 137.23150。指示座標から北東へ約47m。蓄電システム3基＋受変電列の約20m×20m。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498080" y="299923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99248" y="317296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保安林境界まで3〜14m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4198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A13の保安林境界から南の蓄電システムで約3m、受変電列で約14m。位置合わせ誤差とA13の精度を考えると保安林にかかる可能性がある。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98080" y="409651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99248" y="427024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224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西側に寄せれば回避余地あり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51713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保安林は東〜南東側。更地の中央〜西側は保安林から離れており、20m西へずらすだけで安全側になる。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498080" y="519379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99248" y="536752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0" y="53218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規模が求積図と整合しない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61441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配置図は約400㎡・高圧連系（01キ401）。求積図の検討面積4.3haとは桁が違う。同一案件か、段階計画かの確認が必要。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位置合わせ：図面上のGoogleピン＝指示座標、寸法(6,700/18,500)から縮尺0.047m/px、道路走向から回転-11.6°。法的な位置ではない。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26番1案の評価と林務課の回答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登記地目「山林」の26番1は保安林指定あり、26番4は指定なし（林務課回答）。26番1案は不成立</a:t>
            </a:r>
            <a:endParaRPr lang="en-US" sz="1300" dirty="0"/>
          </a:p>
        </p:txBody>
      </p:sp>
      <p:pic>
        <p:nvPicPr>
          <p:cNvPr id="4" name="Image 0" descr="fig_2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577840" cy="4462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48132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645920"/>
            <a:ext cx="365760" cy="365760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37960" y="16824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636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林務課回答：26番1は保安林、26番4は指定なし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9842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懸念どおり「地目が山林＝保安林でない」は成立しなかった。案件地の保安林は16筆（登記地目15筆＋26番1）。26番1への設置は不可。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55080" y="2980944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3145536"/>
            <a:ext cx="365760" cy="365760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31821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313639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残る候補は26番4のみ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022592" y="348386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27筆中、保安林でない山林は26番4・24・19番1・21・25の5筆。まとまった面積があるのは26番4（公図1,284㎡）だけ。次頁で配置を検討。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355080" y="44805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4645152"/>
            <a:ext cx="365760" cy="3657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022592" y="4636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教訓：登記地目では保安林を判定できない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022592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保安林指定と登記地目は別制度。今後の案件でも保安林台帳・指定図の確認を必須手順にする。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26番1（黄）は林務課回答により保安林。図は当初の評価時点のもの。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26番4（保安林指定なし）への直線配置案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公図1,284㎡・幅14〜18mの帯状地。配置図の機器を直線配置すれば収まるが、幅方向の余裕は小さい</a:t>
            </a:r>
            <a:endParaRPr lang="en-US" sz="1300" dirty="0"/>
          </a:p>
        </p:txBody>
      </p:sp>
      <p:pic>
        <p:nvPicPr>
          <p:cNvPr id="4" name="Image 0" descr="fig_2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14800" cy="46268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937760" y="14813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収まるか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8470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26番4の可用部分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847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幅15m×長さ約55m ≒ 800㎡（南側25mは幅4〜5mで不可）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304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設備群（直線配置）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3042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26.1m × 9.3m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保守通路2m込み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27614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30.1m × 13.3m ≒ 400㎡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32186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設備外縁〜境界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2186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最大3.4m（フェンスは境界から約1.4m）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37760" y="3730752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7673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結論：収まるが余裕は小さい。直線配置への変更が前提で、フェンスは境界から約1.4m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制約と確認事項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366760" y="1892808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18470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進入路・搬入路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求積図で市道の西側に面していることを確認（間は法面）。市道から直接取付できる見込み。法面部分（26番3・29番2）の地権者同意か道路管理者協議が必要。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366760" y="2606040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5603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高圧引込ルート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28163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01キ401から市道沿いに北へ約50m。保安林上空を通らない。構内柱位置の変更を中電PGに確認。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366760" y="3319272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4108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地形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352958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求積図の等高線では北半分が急斜面、南半分（27番4の東）は比較的平坦。設備は南寄りに置くと造成が少ない。現地踏査で確認。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366760" y="4032504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41080" y="3986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消防法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42428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屋外リチウムイオン蓄電池は建築物等から3m以上・届出。岡崎市消防本部に確認。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366760" y="4745736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41080" y="470001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伐採届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6410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約0.13haで岡崎市へ届出のみ。林地開発許可は不要。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366760" y="5458968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41080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位置（Googleマップ）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5669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34.962728, 137.231575（誤差±20m）。現行設備の北約45m、市道西端から西へ10〜20m。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機器寸法：Mega Power 2700A コンテナ 6,058×2,438mm（30t）×3、PCS PVI1400CJ 2,516×2,106mm。配置図の寸法（6.7×3.1m／18.5×3.2m）で判定。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配置図の設備（約400㎡）単独なら対象外。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ただし既に約1.8haが伐開済み。過去の許可の有無で扱いが変わる。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16筆・公図面積で約3.4ha。現行配置図の位置も保安林境界から3m。26番4への移設が唯一の回避策。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既存の伐開約1.8haの適法性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航空写真では既に更地化。1ha超の伐開なら林地開発許可が必要だったはず。無許可なら復旧命令リスクを買主が引き継ぐ。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26番3・29番2の登記簿取得と地形の現地確認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東隣の26番3が保安林でなければ26番4と合わせて余裕が生まれる。26番4の斜面・平場を踏査し造成量を見積もる。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26番4への直線配置の修正配置図と進入路の検討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設計側に直線配置（26.1m×9.3m）の修正配置図を依頼。搬入路は26番3・29番2の地権者確認と現地踏査で決める。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2026-09-09T08:20:07Z</dcterms:created>
  <dcterms:modified xsi:type="dcterms:W3CDTF">2026-09-09T08:20:07Z</dcterms:modified>
</cp:coreProperties>
</file>