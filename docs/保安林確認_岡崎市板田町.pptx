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登記簿で地目を確認した結果、当初の座標判定と結論が変わった点を最初に説明する。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座標だけの机上判定では見落とす種類の論点。登記簿で初めて判明した。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852160" cy="585216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66960" y="3291840"/>
            <a:ext cx="3291840" cy="32918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 該当確認レポート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788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愛知県岡崎市板田町 字東流石　系統用蓄電池（BESS）候補地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8862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対象座標　34.962114, 137.231059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　登記事項証明書 27筆 ／ 求積図 S=1:2000 ／ 国土数値情報 森林地域(A13)</a:t>
            </a:r>
            <a:endParaRPr lang="en-US" sz="12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50" dirty="0">
                <a:solidFill>
                  <a:srgbClr val="C9D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作成日　2026年9月8日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結論：案件地に保安林が含まれる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座標1点の公開データ判定では「非該当」だったが、登記簿で地目「保安林」の筆が多数判明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6858000" cy="1371600"/>
          </a:xfrm>
          <a:prstGeom prst="roundRect">
            <a:avLst>
              <a:gd name="adj" fmla="val 5333"/>
            </a:avLst>
          </a:prstGeom>
          <a:solidFill>
            <a:srgbClr val="FBEEEC"/>
          </a:solidFill>
          <a:ln w="1905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007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提供された27筆のうち 15筆 が登記地目「保安林」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12848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登記地積の合計 18,203.43㎡（約1.82ha）。最大は22番8の5,146㎡。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1426464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695944" y="15910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98280" y="1536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登記地目「保安林」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911096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695944" y="2075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20208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保安林以外（田・山林）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2395728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約30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695944" y="25603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5054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登記簿が未提出（求積図に記載）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この結論が意味すること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3621024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6393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5844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保安林部分は原則として造成できない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389534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立木伐採・土地の形質変更に県知事の許可が必要（森林法25条・34条）。解除は代替性がない場合に限られ、実務上ハードルが高い。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17136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45354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48056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保安林でない筆も森林法の対象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791456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全域が地域森林計画対象民有林。検討面積42,992.45㎡＝約4.3haは1haを大きく超え、林地開発許可が確実に必要。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13248"/>
            <a:ext cx="274320" cy="27432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543153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37667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未取得の登記簿に追加の保安林がある可能性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56875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求積図には1番台を中心に約30筆が記載されているが、今回の登記簿には含まれていない。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出典：全部事項証明書（名古屋法務局豊田支局 令和7年10月2日発行）ほか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筆別の地目状況（登記事項証明書 27筆）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地積はすべて登記地積。山林特有の縄伸びにより実測面積とは大きく異なる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地目「保安林」15筆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7088"/>
          <a:ext cx="11064240" cy="914400"/>
        </p:xfrm>
        <a:graphic>
          <a:graphicData uri="http://schemas.openxmlformats.org/drawingml/2006/table">
            <a:tbl>
              <a:tblPr/>
              <a:tblGrid>
                <a:gridCol w="2374300"/>
                <a:gridCol w="1313780"/>
                <a:gridCol w="2374300"/>
                <a:gridCol w="1313780"/>
                <a:gridCol w="2374300"/>
                <a:gridCol w="13137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18,203.43㎡（約1.82ha）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地目「田」「山林」12筆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07408"/>
          <a:ext cx="11064240" cy="914400"/>
        </p:xfrm>
        <a:graphic>
          <a:graphicData uri="http://schemas.openxmlformats.org/drawingml/2006/table">
            <a:tbl>
              <a:tblPr/>
              <a:tblGrid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  <a:gridCol w="1229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地積(㎡)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22番5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26番4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山林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2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EC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806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 11,478㎡（約1.15ha）　／　27筆総計 29,681.43㎡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※22番8・22番2・27番1・27番4は分筆後の地積。26番1は昭和46年に一部地目変更あり。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位置関係と公開データの限界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国土数値情報の保安林ポリゴンは対象座標を含まないが、登記簿の実態とは一致しない</a:t>
            </a:r>
            <a:endParaRPr lang="en-US" sz="1300" dirty="0"/>
          </a:p>
        </p:txBody>
      </p:sp>
      <p:pic>
        <p:nvPicPr>
          <p:cNvPr id="4" name="Image 0" descr="map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4160520" cy="4160520"/>
          </a:xfrm>
          <a:prstGeom prst="rect">
            <a:avLst/>
          </a:prstGeom>
        </p:spPr>
      </p:pic>
      <p:pic>
        <p:nvPicPr>
          <p:cNvPr id="5" name="Image 1" descr="map_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463040"/>
            <a:ext cx="4160520" cy="4160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9281160" y="1463040"/>
            <a:ext cx="2331720" cy="4160520"/>
          </a:xfrm>
          <a:prstGeom prst="roundRect">
            <a:avLst>
              <a:gd name="adj" fmla="val 2353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読み取りかた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9509760" y="2011680"/>
            <a:ext cx="1920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公開データ（A13）上、対象座標から保安林境界まで約37m。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しかし登記簿では対象地の15筆が地目「保安林」。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A13の保安林ポリゴンは2002年度整備で、国交省も精度を保証していない。</a:t>
            </a:r>
            <a:endParaRPr lang="en-US" sz="10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マップあいちの森林情報マップに保安林レイヤは無く、Webでは確定できない。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背景地図：国土地理院 淡色地図　／　ポリゴン：国土数値情報 森林地域 A13-15（愛知県）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かかる規制と手続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保安林・林地開発許可・伐採届の3層。上ほど重い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EEEC"/>
          </a:solidFill>
          <a:ln w="15240">
            <a:solidFill>
              <a:srgbClr val="B02A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83080"/>
            <a:ext cx="402336" cy="402336"/>
          </a:xfrm>
          <a:prstGeom prst="ellipse">
            <a:avLst/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保安林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第25条・第34条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指定区域内の立木伐採・土地の形質変更は県知事の許可が必要。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蓄電所用地としては原則不適。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解除は「代替施設がない」等の要件を満たす必要があり、実務上きわめて困難。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CF3E4"/>
          </a:solidFill>
          <a:ln w="15240">
            <a:solidFill>
              <a:srgbClr val="A06A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783080"/>
            <a:ext cx="402336" cy="402336"/>
          </a:xfrm>
          <a:prstGeom prst="ellipse">
            <a:avLst/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93208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林地開発許可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地域森林計画対象民有林で1ha超の開発に必要。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検討面積 42,992.45㎡＝約4.3ha のため確実に対象。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防災・環境の4要件審査。標準処理期間は数か月規模。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許可権者：愛知県知事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1536192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2E6"/>
          </a:solidFill>
          <a:ln w="15240">
            <a:solidFill>
              <a:srgbClr val="2C5F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1783080"/>
            <a:ext cx="402336" cy="402336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39328" y="1819656"/>
            <a:ext cx="402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0536" y="1773936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伐採届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30428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森林法 第10条の8（伐採及び伐採後の造林の届出）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69748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1ha以下の伐採でも市町村への事前届出が必要。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伐採90〜30日前に提出。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届出先：岡崎市 林務担当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太陽光は0.5ha超で林地開発許可の対象。蓄電所は「その他」区分で1ha超が基準。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リスクと検討論点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保安林をどう扱うかで案件成立性が決まる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1848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7276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保安林区域が造成範囲に入る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15筆・登記地積で約1.82ha。造成レイアウト次第では案件不成立。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51460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46888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未取得登記簿に追加の保安林がある可能性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79806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求積図の1番台など約30筆は地目未確認。全筆の地目確認が必須。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4107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36499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林地開発許可の取得期間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36941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約4.3haで確実に対象。防災調整池・緑地の確保が必要（緑地35%・調整池5%想定）。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261104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A06A1B"/>
          </a:solidFill>
          <a:ln w="12700">
            <a:solidFill>
              <a:srgbClr val="A06A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306824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26110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登記地積と実測面積の乖離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59028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27筆の登記地積29,681㎡に対し求積図の実測合計は99,100㎡。用地費・面積前提の再確認が必要。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157216"/>
            <a:ext cx="658368" cy="384048"/>
          </a:xfrm>
          <a:prstGeom prst="roundRect">
            <a:avLst>
              <a:gd name="adj" fmla="val 14286"/>
            </a:avLst>
          </a:prstGeom>
          <a:solidFill>
            <a:srgbClr val="6B7A66"/>
          </a:solidFill>
          <a:ln w="12700">
            <a:solidFill>
              <a:srgbClr val="6B7A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20293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515721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公開GISでの事前確認が効かない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486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愛知県は保安林レイヤを公開していない。県への直接照会が唯一の確定手段。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リスク度は当社DD基準による暫定評価。県照会の結果で更新する。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6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次のアクション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51560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確定情報は県への照会でしか取れない。地番が揃った今が照会のタイミング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72821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保安林指定図・保安林台帳の閲覧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0574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愛知県 西三河農林水産事務所 林務課（0564-27-2733）に27筆の地番を提示し、保安林の指定範囲・種類（水源かん養／土砂流出防備等）と指定年月日を確認する。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921240" y="18928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921240" y="194767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9192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EDF2E6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35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80720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未取得筆の登記事項証明書を取得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13639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求積図に載る1番台ほか約30筆の地目を確認し、保安林の全体像を確定させる。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21240" y="29718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B02A1F"/>
          </a:solidFill>
          <a:ln w="12700">
            <a:solidFill>
              <a:srgbClr val="B02A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921240" y="3026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最優先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58184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142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86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保安林を除いた造成レイアウトの検討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421538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保安林を避けて必要面積が確保できるかを設計側と確認。確保できない場合は案件の継続可否を判断。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21240" y="40507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21240" y="41056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837176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7F9F4"/>
          </a:solidFill>
          <a:ln w="12700">
            <a:solidFill>
              <a:srgbClr val="D3DEC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93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371600" y="4965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林地開発許可の事前相談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29437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同事務所へ約4.3haの開発計画で事前相談。調整池・緑地の要求水準とスケジュールを把握する。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21240" y="5129784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921240" y="51846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照会結果後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276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照会は地番一覧（27筆＋未取得分）と求積図を持参すると回答が早い。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2026-09-08T10:51:47Z</dcterms:created>
  <dcterms:modified xsi:type="dcterms:W3CDTF">2026-09-08T10:51:47Z</dcterms:modified>
</cp:coreProperties>
</file>