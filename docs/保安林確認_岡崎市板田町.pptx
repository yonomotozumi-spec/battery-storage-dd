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提供された27筆のうち 15筆 が登記地目「保安林」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登記地目「保安林」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保安林以外（田・山林）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全域が地域森林計画対象民有林。検討面積42,992.45㎡＝約4.3haは1haを大きく超え、林地開発許可が確実に必要。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検討面積 42,992.45㎡＝約4.3ha のため確実に対象。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防災・環境の4要件審査。標準処理期間は数か月規模。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7276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15筆・登記地積で約1.82ha。造成レイアウト次第では案件不成立。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4688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9806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07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3649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林地開発許可の取得期間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6941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約4.3haで確実に対象。防災調整池・緑地の確保が必要（緑地35%・調整池5%想定）。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261104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26110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5902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157216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20293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1572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486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未取得33筆の登記事項証明書を取得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公図で特定した1番台ほか33筆（約4.59ha）の地目を確認し、保安林の全体像を確定させる。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保安林を除いた造成レイアウトの検討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保安林を避けて必要面積が確保できるかを設計側と確認。確保できない場合は案件の継続可否を判断。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2026-09-08T11:11:26Z</dcterms:created>
  <dcterms:modified xsi:type="dcterms:W3CDTF">2026-09-08T11:11:26Z</dcterms:modified>
</cp:coreProperties>
</file>